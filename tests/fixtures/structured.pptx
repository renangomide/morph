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Mention the café meeting.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are estimates.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3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</p:txBody>
      </p:sp>
      <p:sp>
        <p:nvSpPr>
          <p:cNvPr id="3" name="Text Placeholder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 marL="342900" indent="-342900">
        <a:buChar char="•"/>
        <a:defRPr sz="3200"/>
      </a:lvl1pPr>
      <a:lvl2pPr marL="742950" indent="-285750">
        <a:buChar char="–"/>
        <a:defRPr sz="2800"/>
      </a:lvl2pPr>
      <a:lvl3pPr marL="1143000" indent="-228600">
        <a:buChar char="•"/>
        <a:defRPr sz="24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xample.com/morph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2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Goals</a:t>
            </a:r>
          </a:p>
          <a:p>
            <a:pPr lvl="1"/>
            <a:r>
              <a:rPr lang="en-US"/>
              <a:t>Faster conversions</a:t>
            </a:r>
          </a:p>
          <a:p>
            <a:pPr lvl="1"/>
            <a:r>
              <a:rPr lang="en-US"/>
              <a:t>Fewer clicks</a:t>
            </a:r>
          </a:p>
          <a:p>
            <a:pPr lvl="2"/>
            <a:r>
              <a:rPr lang="en-US"/>
              <a:t>Details matter</a:t>
            </a:r>
          </a:p>
          <a:p>
            <a:r>
              <a:rPr lang="en-US"/>
              <a:t>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te box"/>
          <p:cNvSpPr txBox="1"/>
          <p:nvPr/>
        </p:nvSpPr>
        <p:spPr>
          <a:xfrm>
            <a:off x="914400" y="5486400"/>
            <a:ext cx="7315200" cy="457200"/>
          </a:xfrm>
        </p:spPr>
        <p:txBody>
          <a:bodyPr/>
          <a:lstStyle/>
          <a:p>
            <a:r>
              <a:rPr lang="en-US"/>
              <a:t>Numbers in EUR | estimates</a:t>
            </a: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Budget</a:t>
            </a:r>
          </a:p>
        </p:txBody>
      </p:sp>
      <p:graphicFrame>
        <p:nvGraphicFramePr>
          <p:cNvPr id="4" name="Table 1"/>
          <p:cNvGraphicFramePr>
            <a:graphicFrameLocks noGrp="1"/>
          </p:cNvGraphicFramePr>
          <p:nvPr/>
        </p:nvGraphicFramePr>
        <p:xfrm>
          <a:off x="914400" y="1828800"/>
          <a:ext cx="7315200" cy="111252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2438400"/>
                <a:gridCol w="2438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Team photo</a:t>
            </a:r>
          </a:p>
        </p:txBody>
      </p:sp>
      <p:pic>
        <p:nvPicPr>
          <p:cNvPr id="4" name="Picture 3" descr="Team photo at the 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828800"/>
            <a:ext cx="2743200" cy="1828800"/>
          </a:xfrm>
          <a:prstGeom prst="rect">
            <a:avLst/>
          </a:prstGeom>
        </p:spPr>
      </p:pic>
      <p:sp>
        <p:nvSpPr>
          <p:cNvPr id="6" name="Link box"/>
          <p:cNvSpPr txBox="1"/>
          <p:nvPr/>
        </p:nvSpPr>
        <p:spPr>
          <a:xfrm>
            <a:off x="914400" y="5486400"/>
            <a:ext cx="7315200" cy="457200"/>
          </a:xfrm>
        </p:spPr>
        <p:txBody>
          <a:bodyPr/>
          <a:lstStyle/>
          <a:p>
            <a:r>
              <a:rPr lang="en-US"/>
              <a:t>Visit </a:t>
            </a:r>
            <a:r>
              <a:rPr lang="en-US">
                <a:hlinkClick r:id="rId3"/>
              </a:rPr>
              <a:t>the Morph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rph">
  <a:themeElements>
    <a:clrScheme name="Morp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rph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rp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Morph">
  <a:themeElements>
    <a:clrScheme name="Morp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rph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rp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