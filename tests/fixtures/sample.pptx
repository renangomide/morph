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457200" y="457200"/>
            <a:ext cx="8229600" cy="11430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b="1"/>
              <a:t>Slide 1 of 3</a:t>
            </a:r>
          </a:p>
          <a:p>
            <a:r>
              <a:rPr lang="pt-BR" sz="2000"/>
              <a:t>Apresentação café ação 報告</a:t>
            </a:r>
          </a:p>
        </p:txBody>
      </p:sp>
      <p:sp>
        <p:nvSpPr>
          <p:cNvPr id="3" name="Box 1"/>
          <p:cNvSpPr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solidFill>
            <a:srgbClr val="C0504D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457200" y="457200"/>
            <a:ext cx="8229600" cy="11430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b="1"/>
              <a:t>Slide 2 of 3</a:t>
            </a:r>
          </a:p>
          <a:p>
            <a:r>
              <a:rPr lang="pt-BR" sz="2000"/>
              <a:t>Apresentação café ação 報告</a:t>
            </a:r>
          </a:p>
        </p:txBody>
      </p:sp>
      <p:sp>
        <p:nvSpPr>
          <p:cNvPr id="3" name="Box 2"/>
          <p:cNvSpPr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solidFill>
            <a:srgbClr val="9BBB59"/>
          </a:solid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 txBox="1"/>
          <p:nvPr/>
        </p:nvSpPr>
        <p:spPr>
          <a:xfrm>
            <a:off x="457200" y="457200"/>
            <a:ext cx="8229600" cy="11430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b="1"/>
              <a:t>Slide 3 of 3</a:t>
            </a:r>
          </a:p>
          <a:p>
            <a:r>
              <a:rPr lang="pt-BR" sz="2000"/>
              <a:t>Apresentação café ação 報告</a:t>
            </a:r>
          </a:p>
        </p:txBody>
      </p:sp>
      <p:sp>
        <p:nvSpPr>
          <p:cNvPr id="3" name="Box 3"/>
          <p:cNvSpPr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solidFill>
            <a:srgbClr val="4F81BD"/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Morph">
  <a:themeElements>
    <a:clrScheme name="Morph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orph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orph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